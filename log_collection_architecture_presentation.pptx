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ארכיטקטורות איסוף לוגים ב-KUBERNETES / OPENSHIFT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In-Process OTLP מול Node DaemonSet (Grafana Alloy)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השוואה ארכיטקטונית מעשית, נתוני ביצועים (CPU/Latency) ולקחי קריסה (OOMKilled Log Loss)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754880"/>
            <a:ext cx="310896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38BDF8"/>
                </a:solidFill>
                <a:latin typeface="Arial"/>
              </a:defRPr>
            </a:pPr>
            <a:r>
              <a:t>⚡ 31% שיפור ב-Latency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4754880"/>
            <a:ext cx="310896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0B981"/>
                </a:solidFill>
                <a:latin typeface="Arial"/>
              </a:defRPr>
            </a:pPr>
            <a:r>
              <a:t>🛡️ 100% שרידות לוגים בקריסות OOM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754880"/>
            <a:ext cx="310896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59E0B"/>
                </a:solidFill>
                <a:latin typeface="Arial"/>
              </a:defRPr>
            </a:pPr>
            <a:r>
              <a:t>📉 25% חיסכון ב-CPU של האפליקציה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סקירה ארכיטקטונית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שתי הגישות לאיסוף לוגים ב-Kubernetes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905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Observability Architecture Evaluation • In-Process OTLP vs. Grafana Alloy DaemonSet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שיטה א': In-Process OTLP Direct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מנגנון הפעולה: </a:t>
            </a:r>
            <a:r>
              <a:rPr sz="1200">
                <a:solidFill>
                  <a:srgbClr val="E2E8F0"/>
                </a:solidFill>
                <a:latin typeface="Arial"/>
              </a:rPr>
              <a:t>ספריית ה-SDK (Java Agent, Python, Node.js) תופסת לוגים מתוך ה-Heap של האפליקציה.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אגירה בזיכרון: </a:t>
            </a:r>
            <a:r>
              <a:rPr sz="1200">
                <a:solidFill>
                  <a:srgbClr val="E2E8F0"/>
                </a:solidFill>
                <a:latin typeface="Arial"/>
              </a:rPr>
              <a:t>לוגים נשמרים ב-Buffer פנימי (BatchLogRecordProcessor) למשך 1-5 שניות לפני שיגור.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שיגור ברשת: </a:t>
            </a:r>
            <a:r>
              <a:rPr sz="1200">
                <a:solidFill>
                  <a:srgbClr val="E2E8F0"/>
                </a:solidFill>
                <a:latin typeface="Arial"/>
              </a:rPr>
              <a:t>ה-SDK מבצע בעצמו סריאליזציה, דחיסת Protobuf ושליחת HTTP/gRPC ישירה ל-Loki או OTel Collector.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צימוד הדוק: </a:t>
            </a:r>
            <a:r>
              <a:rPr sz="1200">
                <a:solidFill>
                  <a:srgbClr val="E2E8F0"/>
                </a:solidFill>
                <a:latin typeface="Arial"/>
              </a:rPr>
              <a:t>איסוף הלוגים רץ בתוך תהליך האפליקציה ומתחרה איתה ישירות על זיכרון, תהליכונים ו-CPU.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שיטה ב': Node-Level DaemonSet (Grafana Alloy)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מנגנון הפעולה: </a:t>
            </a:r>
            <a:r>
              <a:rPr sz="1200">
                <a:solidFill>
                  <a:srgbClr val="E2E8F0"/>
                </a:solidFill>
                <a:latin typeface="Arial"/>
              </a:rPr>
              <a:t>האפליקציה כותבת שורות טקסט פשוטות ל-stdout/stderr דרך צינור ה-Kernel הסטנדרטי.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כתיבה מיידית לדיסק: </a:t>
            </a:r>
            <a:r>
              <a:rPr sz="1200">
                <a:solidFill>
                  <a:srgbClr val="E2E8F0"/>
                </a:solidFill>
                <a:latin typeface="Arial"/>
              </a:rPr>
              <a:t>ה-Container Runtime (CRI-O / Containerd) כותב את השורות תוך מיקרו-שניות לקובץ ב-Node.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קריאה אסינכרונית: </a:t>
            </a:r>
            <a:r>
              <a:rPr sz="1200">
                <a:solidFill>
                  <a:srgbClr val="E2E8F0"/>
                </a:solidFill>
                <a:latin typeface="Arial"/>
              </a:rPr>
              <a:t>Pod בודד של Alloy על ה-Node קורא את הקבצים (/var/log/pods), מעבד ושולח במקביל ליעדים.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בידוד מלא: </a:t>
            </a:r>
            <a:r>
              <a:rPr sz="1200">
                <a:solidFill>
                  <a:srgbClr val="E2E8F0"/>
                </a:solidFill>
                <a:latin typeface="Arial"/>
              </a:rPr>
              <a:t>אפס תקורה על האפליקציה! תקלות רשת או עומסי לוגים מנוהלים עצמאית ב-Alloy ולא פוגעים ב-Pod.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השוואה תכונות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מטריצת יתרונות וחסרונות (Pros &amp; Cons)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905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Observability Architecture Evaluation • In-Process OTLP vs. Grafana Alloy DaemonSet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77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92270"/>
                <a:gridCol w="399227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קריטריון השוואה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In-Process OTLP (אינסטרומנטציה)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Node DaemonSet (Grafana Alloy)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עומס על האפליקציה (CPU)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❌ גבוה (+25% תקורה של סריאליזציה ורשת)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אפסי (האפליקציה רק מדפיסה ל-stdout)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השפעה על זמן תגובה (Latency)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❌ פוגע ב-Latency (10ms+ עיכוב ב-API)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אפס השפעה על תגובתיות המיקרו-סרביס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שרידות בקריסות (OOMKilled)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❌ איבוד לוגים מלא (ה-Buffer נמחק מיידית)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100% שרידות (הלוג נכתב לדיסק ע"י הקרנל)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צריכת זיכרון ב-Pods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❌ התנפחות Heap עקב תורי זיכרון פנימיים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צריכת RAM אפסית ויציבה בתוך ה-Pod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בידוד תקלות ויעדים (Splunk/Loki)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❌ נפילת יעד עלולה לנפח את ה-Pod ולגרום OOM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תור מוגן ב-Alloy בולם זעזועים ללא השפעת פוד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קורלציית Traces ללוגים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קורלציה טבעית בתוך ה-SDK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✅ מלאה! (TraceID מוזרק ל-stdout ונקרא ב-Alloy)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בנצ'מרק מעבדה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מדידות ביצועים: אינסטרומנטציה מול DaemonSet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905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Observability Architecture Evaluation • In-Process OTLP vs. Grafana Alloy DaemonSet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31.2%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ירידה בזמן תגובה (Latency)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מ-34.92ms ל-24.01ms תחת עומס יציב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6304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60020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24.5%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חיסכון ב-CPU באפליקציות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Node.js: -25.1% | Python: -23.7%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00200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~115 MB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צריכת RAM כוללת ל-Alloy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פוד בודד ל-Node מטפל בכל הפודים ב-7 Threads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728655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פירוט תוצאות הבדיקה (40 req/s | 1,601 בקשות)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Arial"/>
              </a:rPr>
              <a:t>זמן תגובה ממוצע (Latency): </a:t>
            </a:r>
            <a:r>
              <a:rPr sz="1200">
                <a:solidFill>
                  <a:srgbClr val="E2E8F0"/>
                </a:solidFill>
                <a:latin typeface="Arial"/>
              </a:rPr>
              <a:t>עם לוגים ב-OTLP: 34.92 ms | ללא לוגים ב-OTLP (stdout בלבד): 24.01 ms (שיפור של 10.91 ms לכל בקשה).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Arial"/>
              </a:rPr>
              <a:t>Frontend (Node.js): </a:t>
            </a:r>
            <a:r>
              <a:rPr sz="1200">
                <a:solidFill>
                  <a:srgbClr val="E2E8F0"/>
                </a:solidFill>
                <a:latin typeface="Arial"/>
              </a:rPr>
              <a:t>ירידה בצריכת מעבד מ-296.7m ל-222.2m CPU — חיסכון ישיר של 25.1% מעבד.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Arial"/>
              </a:rPr>
              <a:t>Backend 1 (Python): </a:t>
            </a:r>
            <a:r>
              <a:rPr sz="1200">
                <a:solidFill>
                  <a:srgbClr val="E2E8F0"/>
                </a:solidFill>
                <a:latin typeface="Arial"/>
              </a:rPr>
              <a:t>ירידה בצריכת מעבד מ-279.5m ל-213.1m CPU — חיסכון ישיר של 23.7% מעבד.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  <a:latin typeface="Arial"/>
              </a:rPr>
              <a:t>גידול בזיכרון (Heap Delta): </a:t>
            </a:r>
            <a:r>
              <a:rPr sz="1200">
                <a:solidFill>
                  <a:srgbClr val="E2E8F0"/>
                </a:solidFill>
                <a:latin typeface="Arial"/>
              </a:rPr>
              <a:t>באינסטרומנטציה נרשמה צמיחת זיכרון של +26.4 MB לעומת +18.5 MB בלבד ב-stdout (30% פחות לחץ זיכרון).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  <a:latin typeface="Arial"/>
              </a:rPr>
              <a:t>תקפות קורלציה: </a:t>
            </a:r>
            <a:r>
              <a:rPr sz="1200">
                <a:solidFill>
                  <a:srgbClr val="E2E8F0"/>
                </a:solidFill>
                <a:latin typeface="Arial"/>
              </a:rPr>
              <a:t>הסרת ה-OTLP Exporter לא פגעה בקורלציה: Trace ID הוזרק ישירות ל-stdout ונקרא בשלמותו ב-Loki ו-Splunk.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מבחן קריסה ואמינות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ניסוי חבלה: איבוד לוגים קריטי בקריסת OOMKilled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905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Observability Architecture Evaluation • In-Process OTLP vs. Grafana Alloy DaemonSet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281019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400" b="1">
                <a:solidFill>
                  <a:srgbClr val="F43F5E"/>
                </a:solidFill>
                <a:latin typeface="Arial"/>
              </a:defRPr>
            </a:pPr>
            <a:r>
              <a:t>🚨 תרחיש כשל: קריסת זיכרון פתאומית (Kernel OOMKilled / Exit Code 137)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כאשר פוד חורג ממגבלת הזיכרון, הקרנל הורג אותו מיידית ב-SIGKILL ללא הפעלת Shutdown Hooks. כל מידע ב-Heap נמחק.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12064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Pipeline A: In-Process OTLP Direct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תוצאת שאילתת Loki: </a:t>
            </a:r>
            <a:r>
              <a:rPr sz="1200">
                <a:solidFill>
                  <a:srgbClr val="F43F5E"/>
                </a:solidFill>
                <a:latin typeface="Arial"/>
              </a:rPr>
              <a:t>התקבלו 2 לוגים בלבד מתוך 6!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לוגים שהגיעו: </a:t>
            </a:r>
            <a:r>
              <a:rPr sz="1100">
                <a:solidFill>
                  <a:srgbClr val="94A3B8"/>
                </a:solidFill>
                <a:latin typeface="Arial"/>
              </a:rPr>
              <a:t>[PHASE-1-ONLINE] פוד אותחל ועובד תקין.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43F5E"/>
                </a:solidFill>
                <a:latin typeface="Arial"/>
              </a:rPr>
              <a:t>לוגי הקריסה (Crash Logs): </a:t>
            </a:r>
            <a:r>
              <a:rPr sz="1200">
                <a:solidFill>
                  <a:srgbClr val="F43F5E"/>
                </a:solidFill>
                <a:latin typeface="Arial"/>
              </a:rPr>
              <a:t>❌ 100% איבוד מידע! 0 מתוך 3 לוגי קריסה הגיעו ליעד!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מה הושמד בזיכרון?: </a:t>
            </a:r>
            <a:r>
              <a:rPr sz="1100">
                <a:solidFill>
                  <a:srgbClr val="94A3B8"/>
                </a:solidFill>
                <a:latin typeface="Arial"/>
              </a:rPr>
              <a:t>'Database timeout', 'Exception: Out of memory', 'FATAL: Process killed abruptly'.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  <a:latin typeface="Arial"/>
              </a:rPr>
              <a:t>משמעות מבצעית: </a:t>
            </a:r>
            <a:r>
              <a:rPr sz="1200">
                <a:solidFill>
                  <a:srgbClr val="E2E8F0"/>
                </a:solidFill>
                <a:latin typeface="Arial"/>
              </a:rPr>
              <a:t>באירוע אמת מהנדס ה-SRE רואה פוד מת, אך אין לו אף שורת לוג שמסבירה מדוע הוא קרס!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21208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8346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Pipeline B: Grafana Alloy DaemonSet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תוצאת שאילתת Loki: </a:t>
            </a:r>
            <a:r>
              <a:rPr sz="1200">
                <a:solidFill>
                  <a:srgbClr val="10B981"/>
                </a:solidFill>
                <a:latin typeface="Arial"/>
              </a:rPr>
              <a:t>התקבלו 6 מתוך 6 לוגים במלואם (100% שרידות)!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  <a:latin typeface="Arial"/>
              </a:rPr>
              <a:t>לוגים שהגיעו: </a:t>
            </a:r>
            <a:r>
              <a:rPr sz="1100">
                <a:solidFill>
                  <a:srgbClr val="94A3B8"/>
                </a:solidFill>
                <a:latin typeface="Arial"/>
              </a:rPr>
              <a:t>כל הלוגים: שלב עבודה, זמני תגובה, ולוגי הקריסה המלאים.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Arial"/>
              </a:rPr>
              <a:t>לוגי הקריסה (Crash Logs): </a:t>
            </a:r>
            <a:r>
              <a:rPr sz="1200">
                <a:solidFill>
                  <a:srgbClr val="10B981"/>
                </a:solidFill>
                <a:latin typeface="Arial"/>
              </a:rPr>
              <a:t>✅ כל לוגי ה-Exception וה-Stacktrace נקלטו ב-Loki וב-Splunk.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מדוע זה הצליח?: </a:t>
            </a:r>
            <a:r>
              <a:rPr sz="1200">
                <a:solidFill>
                  <a:srgbClr val="E2E8F0"/>
                </a:solidFill>
                <a:latin typeface="Arial"/>
              </a:rPr>
              <a:t>האפליקציה כתבה ל-stdout; ה-Runtime כתב לדיסק מיקרו-שניות לפני שה-SIGKILL נחת.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  <a:latin typeface="Arial"/>
              </a:rPr>
              <a:t>משמעות מבצעית: </a:t>
            </a:r>
            <a:r>
              <a:rPr sz="1200">
                <a:solidFill>
                  <a:srgbClr val="E2E8F0"/>
                </a:solidFill>
                <a:latin typeface="Arial"/>
              </a:rPr>
              <a:t>שרידות מוחלטת של יומני החקירה ל-Post-Mortem ללא שום תלות במצב הפוד.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חוסן מערכתי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התמודדות עם קריסת יעדים (Splunk / Loki Down)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905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Observability Architecture Evaluation • In-Process OTLP vs. Grafana Alloy DaemonSet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התנהגות באינסטרומנטציה ישירה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הצפת זיכרון בפוד: </a:t>
            </a:r>
            <a:r>
              <a:rPr sz="1200">
                <a:solidFill>
                  <a:srgbClr val="E2E8F0"/>
                </a:solidFill>
                <a:latin typeface="Arial"/>
              </a:rPr>
              <a:t>כאשר יעד הלוגים (Splunk/Loki) איטי או נפל, ה-Buffer הפנימי של ה-SDK נסתם.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סכנת קריסה שרשרתית: </a:t>
            </a:r>
            <a:r>
              <a:rPr sz="1200">
                <a:solidFill>
                  <a:srgbClr val="E2E8F0"/>
                </a:solidFill>
                <a:latin typeface="Arial"/>
              </a:rPr>
              <a:t>הזיכרון באפליקציה מטפס במהירות. פודים מתחילים לחרוג מ-limits וסופגים OOMKilled!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חוסר בידוד בין יעדים: </a:t>
            </a:r>
            <a:r>
              <a:rPr sz="1200">
                <a:solidFill>
                  <a:srgbClr val="E2E8F0"/>
                </a:solidFill>
                <a:latin typeface="Arial"/>
              </a:rPr>
              <a:t>אם שולחים לשני יעדים ויעד אחד איטי, ה-Thread של האפליקציה נתקע ומאט את כל הבקשות.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איבוד מידע בדרופ: </a:t>
            </a:r>
            <a:r>
              <a:rPr sz="1200">
                <a:solidFill>
                  <a:srgbClr val="E2E8F0"/>
                </a:solidFill>
                <a:latin typeface="Arial"/>
              </a:rPr>
              <a:t>כשהתור בפוד מלא, ה-SDK זורק לוגים ללא בקרה או מעקב של הארגון.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התנהגות ב-Alloy DaemonSet (נבדק בעומס)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בידוד תקלות מלא (Isolation): </a:t>
            </a:r>
            <a:r>
              <a:rPr sz="1200">
                <a:solidFill>
                  <a:srgbClr val="E2E8F0"/>
                </a:solidFill>
                <a:latin typeface="Arial"/>
              </a:rPr>
              <a:t>בניסוי הפלת Splunk: Loki המשיך לקבל 9,200 לוגים בזמן אמת ללא שום עיכוב!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תור זיכרון מוגן ומבוקר: </a:t>
            </a:r>
            <a:r>
              <a:rPr sz="1200">
                <a:solidFill>
                  <a:srgbClr val="E2E8F0"/>
                </a:solidFill>
                <a:latin typeface="Arial"/>
              </a:rPr>
              <a:t>ל-Alloy יש תור חסום (queue_size=200). בשיא העומס הזיכרון נבלם ב-337MB ללא קריסת Node.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ריקון מהיר בחזרה (Flush): </a:t>
            </a:r>
            <a:r>
              <a:rPr sz="1200">
                <a:solidFill>
                  <a:srgbClr val="E2E8F0"/>
                </a:solidFill>
                <a:latin typeface="Arial"/>
              </a:rPr>
              <a:t>ברגע ש-Splunk הוחזר לפעולה, Alloy פרק מיד 84,969 אירועים שהמתינו בתור.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  <a:latin typeface="Arial"/>
              </a:rPr>
              <a:t>אפס השפעה על ה-Microservices: </a:t>
            </a:r>
            <a:r>
              <a:rPr sz="1200">
                <a:solidFill>
                  <a:srgbClr val="E2E8F0"/>
                </a:solidFill>
                <a:latin typeface="Arial"/>
              </a:rPr>
              <a:t>האפליקציות המשיכו לרוץ ב-100% ביצועים — הקריסה של יעד הלוגים הייתה שקופה להן לחלוטין.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המלצה ארכיטקטונית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המודל ההיברידי: The Best of Both Worlds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92240"/>
            <a:ext cx="10728655" cy="1905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Observability Architecture Evaluation • In-Process OTLP vs. Grafana Alloy DaemonSet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1. אינסטרומנטציה: Traces בלבד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שימוש ב-OTel Operator עבור W3C Context Propagation ומדידת Spans/Metrics. ביטול מוחלט של ה-OTLP Log Exporter.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2. לוגים: כתיבה טבעית ל-stdout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אפליקציות פולטות לוגים רגילים. ה-SDK מזריק TraceID/SpanID אוטומטית לשורת הלוג ב-stdout ללא עלות רשת.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72865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8912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3. איסוף לוגים: DaemonSet (Alloy)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t>Alloy אוסף את הלוגים מה-Node, מחלץ את ה-Trace ID מהטקסט, ומנתב במקביל ל-Loki ול-Splunk HEC.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התוצאה לארגון: 100% שרידות לוגים בקריסות • 25% חיסכון ב-CPU • 31% שיפור ב-Latency • קורלציה מושלמת בין Logs ל-Traces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